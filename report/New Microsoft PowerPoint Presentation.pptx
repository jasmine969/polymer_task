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7A73-0FED-DD3B-C8FB-3090281D7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99E7A-0465-3C2E-E3E8-92EFB8172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53EBB-7B9B-327B-D852-5006D299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D6191-AB67-C738-3884-FAD4A798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A4456-92F0-DD41-986E-C17AA320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6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B1F1-2984-B459-BB95-617FE51A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F333C-474F-D2D1-1C7D-397891321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6FC22-130C-653B-788B-EF6BE5AC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9595-DEB1-0D62-AD8B-D506CFEE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2072-B3B7-44AF-7B3D-6AE5289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7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A426-0EB1-0F56-5B53-E417E432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A021B-9F0F-FFE9-FBCF-662CB9992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05D92-1B7C-8EF4-54EC-3B5CEBC7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608D-2000-E37D-97A0-13D54438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49A33-9845-7AC8-9E24-2E353BD4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46BB-633D-BB77-DDCC-4B6E5AB5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8ECDC-BDBA-7496-93C3-639291DB4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AC076-84BB-6308-231A-D4C18CDFF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FCA30-E242-8CEF-0149-2EFC280F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8250B-7FCF-A547-0617-DFA76A91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EEDEA-7A9B-71E9-EAEA-C308A36D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6C23E-8E58-514B-2423-C1295967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48E39-19B1-BC11-036B-6F31FD00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AFA20-7AC7-B4A8-9DD6-7CD2C8909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09AE-DDF0-F320-4753-8315C7C99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C427C-0070-196A-0086-7FFAC1E3A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47BE-1454-4C6C-11CC-D74664C0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63785-B32D-7832-F63C-09301EA1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67115-64AC-FA0C-31DB-DB4AEEDA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AD34-6701-6CD0-28C6-D3D29BCE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C905B-E681-6EDC-31DD-9B032079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E23CD-C997-038E-0193-F42E6B03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59302-4BF4-4523-2968-0050CEAF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5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4D000-3625-A193-5077-A6C858B5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D095D-F049-A52C-05DB-1232705B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FE1F4-D197-10D9-8DD2-E9095BDB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4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20BA-C07B-D006-65D1-2CFBA7B4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9EDE5-D9B6-3683-5410-36894B71C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288A0-0CE8-1A8E-CADD-B22673DCD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C0B4D-2807-A2AB-152C-32162D76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FF319-5EB6-F89F-F755-64A05795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21D06-7289-A7B1-3958-D5C93050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84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2D04-DF33-07A9-8859-F538B6DA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0C06A-2E17-7EEF-4E19-69350C28D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0E2EF-EE75-DD07-B17C-710FB6AC2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2AC7E-2CCE-BF46-21DE-5A70F470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DAB7D-9B4C-F88B-F9FD-DE153A96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1BBB5-ECCE-B192-93EC-D1A6929E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37A7-C46D-D881-E629-FDA2DCB7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107CA-C57A-7E57-FAD7-CC031949B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CC4A-C205-43A0-D747-0EEE4B0E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70077-EEBD-9C4C-0973-840DE53F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3ADED-0E62-549E-E875-1585ACE3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B2AF4-CB6B-61F6-05D2-EEA4AF9ED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39089-EADC-F1B8-EEE0-F3C22F0B4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59F6D-25F3-F36D-E119-49BCDE20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BF65-5091-02C2-6FE7-E3FFEB30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5741F-CACA-D393-D1FB-48B0F470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4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3A49D-3996-6621-4379-C6B7C7D0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09C66-B7F8-DF4D-5C9F-D98479C92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8B52-A184-9139-081D-655B3DD5B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ADFE3-4495-426A-847C-CA5A873F23A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BEB6E-F484-8B3C-1908-5193819C9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E4CD-25B8-D245-FB65-E4895D01D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107E1-5058-490D-A794-FEE4FA56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3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4E2B86-78FC-D0F3-2E2C-AB2B741C7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23337"/>
            <a:ext cx="7125694" cy="6811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52129-A719-CFCB-B737-932BF00CB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86" y="3823278"/>
            <a:ext cx="2657846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0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D8664-0BA8-F1A2-B9EA-D90611C0C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0" t="15050" r="9686" b="2575"/>
          <a:stretch/>
        </p:blipFill>
        <p:spPr>
          <a:xfrm>
            <a:off x="525101" y="1032094"/>
            <a:ext cx="5570899" cy="5649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78B8C-1A5D-62BF-0F96-08F4B8BB2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96" t="13202" r="13650" b="13532"/>
          <a:stretch/>
        </p:blipFill>
        <p:spPr>
          <a:xfrm>
            <a:off x="6535818" y="1032094"/>
            <a:ext cx="4853442" cy="48798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D3F141-361D-E059-C750-7E2131E32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052" y="4330272"/>
            <a:ext cx="2657846" cy="1495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892C23-0C1D-D23F-60DA-AC2CE040DEC3}"/>
              </a:ext>
            </a:extLst>
          </p:cNvPr>
          <p:cNvSpPr txBox="1"/>
          <p:nvPr/>
        </p:nvSpPr>
        <p:spPr>
          <a:xfrm>
            <a:off x="1017123" y="385763"/>
            <a:ext cx="4639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原始</a:t>
            </a:r>
            <a:r>
              <a:rPr lang="en-US" altLang="zh-CN" dirty="0" err="1"/>
              <a:t>gro</a:t>
            </a:r>
            <a:r>
              <a:rPr lang="zh-CN" altLang="en-US" dirty="0"/>
              <a:t>文件，</a:t>
            </a:r>
            <a:endParaRPr lang="en-US" altLang="zh-CN" dirty="0"/>
          </a:p>
          <a:p>
            <a:pPr algn="ctr"/>
            <a:r>
              <a:rPr lang="en-US" altLang="zh-CN" dirty="0"/>
              <a:t>atom number 1-212</a:t>
            </a:r>
            <a:r>
              <a:rPr lang="zh-CN" altLang="en-US" dirty="0"/>
              <a:t>的原子被高亮为红色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CB2D39-3953-1846-8D6A-292696EFA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303" y="2881236"/>
            <a:ext cx="1038370" cy="1095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6A782C-1E20-3BA6-5931-C56D4085D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752" y="3021564"/>
            <a:ext cx="1038370" cy="1095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59E131-C7DD-76A8-9522-212D39738AB2}"/>
              </a:ext>
            </a:extLst>
          </p:cNvPr>
          <p:cNvSpPr txBox="1"/>
          <p:nvPr/>
        </p:nvSpPr>
        <p:spPr>
          <a:xfrm>
            <a:off x="6535818" y="384253"/>
            <a:ext cx="4639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单链</a:t>
            </a:r>
            <a:r>
              <a:rPr lang="en-US" altLang="zh-CN" dirty="0" err="1"/>
              <a:t>gro</a:t>
            </a:r>
            <a:r>
              <a:rPr lang="zh-CN" altLang="en-US" dirty="0"/>
              <a:t>文件，</a:t>
            </a:r>
            <a:endParaRPr lang="en-US" altLang="zh-CN" dirty="0"/>
          </a:p>
          <a:p>
            <a:pPr algn="ctr"/>
            <a:r>
              <a:rPr lang="zh-CN" altLang="en-US" dirty="0"/>
              <a:t>原子位置与原始</a:t>
            </a:r>
            <a:r>
              <a:rPr lang="en-US" altLang="zh-CN" dirty="0" err="1"/>
              <a:t>gro</a:t>
            </a:r>
            <a:r>
              <a:rPr lang="zh-CN" altLang="en-US" dirty="0"/>
              <a:t>文件被高亮的原子一致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49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Feng</dc:creator>
  <cp:lastModifiedBy>Jasmine Feng</cp:lastModifiedBy>
  <cp:revision>2</cp:revision>
  <dcterms:created xsi:type="dcterms:W3CDTF">2026-04-27T09:11:09Z</dcterms:created>
  <dcterms:modified xsi:type="dcterms:W3CDTF">2026-04-27T09:34:49Z</dcterms:modified>
</cp:coreProperties>
</file>