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6" y="-7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07A73-0FED-DD3B-C8FB-3090281D7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399E7A-0465-3C2E-E3E8-92EFB8172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53EBB-7B9B-327B-D852-5006D299A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D6191-AB67-C738-3884-FAD4A798E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7A4456-92F0-DD41-986E-C17AA320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6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FB1F1-2984-B459-BB95-617FE51AE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F333C-474F-D2D1-1C7D-397891321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6FC22-130C-653B-788B-EF6BE5AC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89595-DEB1-0D62-AD8B-D506CFEEF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72072-B3B7-44AF-7B3D-6AE5289A4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679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0A426-0EB1-0F56-5B53-E417E432C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A021B-9F0F-FFE9-FBCF-662CB9992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5D92-1B7C-8EF4-54EC-3B5CEBC74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26608D-2000-E37D-97A0-13D54438E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49A33-9845-7AC8-9E24-2E353BD43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412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A46BB-633D-BB77-DDCC-4B6E5AB5A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8ECDC-BDBA-7496-93C3-639291DB4D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9AC076-84BB-6308-231A-D4C18CDFF2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FCA30-E242-8CEF-0149-2EFC280F8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E8250B-7FCF-A547-0617-DFA76A911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EEDEA-7A9B-71E9-EAEA-C308A36D2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1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6C23E-8E58-514B-2423-C12959670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48E39-19B1-BC11-036B-6F31FD000E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7AFA20-7AC7-B4A8-9DD6-7CD2C8909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2809AE-DDF0-F320-4753-8315C7C99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4C427C-0070-196A-0086-7FFAC1E3A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F047BE-1454-4C6C-11CC-D74664C0A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863785-B32D-7832-F63C-09301EA1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367115-64AC-FA0C-31DB-DB4AEEDAE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888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AD34-6701-6CD0-28C6-D3D29BCE4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FC905B-E681-6EDC-31DD-9B032079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0E23CD-C997-038E-0193-F42E6B031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259302-4BF4-4523-2968-0050CEAF8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357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24D000-3625-A193-5077-A6C858B56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FD095D-F049-A52C-05DB-1232705BC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FE1F4-D197-10D9-8DD2-E9095BDB3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947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F20BA-C07B-D006-65D1-2CFBA7B45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9EDE5-D9B6-3683-5410-36894B71C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288A0-0CE8-1A8E-CADD-B22673DCDE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FC0B4D-2807-A2AB-152C-32162D767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2FF319-5EB6-F89F-F755-64A057952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921D06-7289-A7B1-3958-D5C930508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284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72D04-DF33-07A9-8859-F538B6DA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0C06A-2E17-7EEF-4E19-69350C28D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40E2EF-EE75-DD07-B17C-710FB6AC2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C2AC7E-2CCE-BF46-21DE-5A70F470D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2DAB7D-9B4C-F88B-F9FD-DE153A962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1BBB5-ECCE-B192-93EC-D1A6929E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1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E37A7-C46D-D881-E629-FDA2DCB7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107CA-C57A-7E57-FAD7-CC031949B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2CC4A-C205-43A0-D747-0EEE4B0E9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70077-EEBD-9C4C-0973-840DE53F7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3ADED-0E62-549E-E875-1585ACE36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49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2B2AF4-CB6B-61F6-05D2-EEA4AF9ED1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A39089-EADC-F1B8-EEE0-F3C22F0B4B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59F6D-25F3-F36D-E119-49BCDE20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8BF65-5091-02C2-6FE7-E3FFEB30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D5741F-CACA-D393-D1FB-48B0F4700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742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F3A49D-3996-6621-4379-C6B7C7D04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09C66-B7F8-DF4D-5C9F-D98479C926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68B52-A184-9139-081D-655B3DD5BB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6ADFE3-4495-426A-847C-CA5A873F23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BEB6E-F484-8B3C-1908-5193819C9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8E4CD-25B8-D245-FB65-E4895D01D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7107E1-5058-490D-A794-FEE4FA56F0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734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4E2B86-78FC-D0F3-2E2C-AB2B741C7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153" y="23337"/>
            <a:ext cx="7125694" cy="68113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C52129-A719-CFCB-B737-932BF00CB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86" y="3823278"/>
            <a:ext cx="2657846" cy="14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106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FD8664-0BA8-F1A2-B9EA-D90611C0C2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80" t="15050" r="9686" b="2575"/>
          <a:stretch/>
        </p:blipFill>
        <p:spPr>
          <a:xfrm>
            <a:off x="525101" y="1032094"/>
            <a:ext cx="5570899" cy="5649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178B8C-1A5D-62BF-0F96-08F4B8BB2E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296" t="13202" r="13650" b="13532"/>
          <a:stretch/>
        </p:blipFill>
        <p:spPr>
          <a:xfrm>
            <a:off x="6535818" y="1032094"/>
            <a:ext cx="4853442" cy="48798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ED3F141-361D-E059-C750-7E2131E32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052" y="4330272"/>
            <a:ext cx="2657846" cy="14956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892C23-0C1D-D23F-60DA-AC2CE040DEC3}"/>
              </a:ext>
            </a:extLst>
          </p:cNvPr>
          <p:cNvSpPr txBox="1"/>
          <p:nvPr/>
        </p:nvSpPr>
        <p:spPr>
          <a:xfrm>
            <a:off x="1017123" y="385763"/>
            <a:ext cx="4639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原始</a:t>
            </a:r>
            <a:r>
              <a:rPr lang="en-US" altLang="zh-CN" dirty="0" err="1"/>
              <a:t>gro</a:t>
            </a:r>
            <a:r>
              <a:rPr lang="zh-CN" altLang="en-US" dirty="0"/>
              <a:t>文件，</a:t>
            </a:r>
            <a:endParaRPr lang="en-US" altLang="zh-CN" dirty="0"/>
          </a:p>
          <a:p>
            <a:pPr algn="ctr"/>
            <a:r>
              <a:rPr lang="en-US" altLang="zh-CN" dirty="0"/>
              <a:t>atom number 1-212</a:t>
            </a:r>
            <a:r>
              <a:rPr lang="zh-CN" altLang="en-US" dirty="0"/>
              <a:t>的原子被高亮为红色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5CB2D39-3953-1846-8D6A-292696EFA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4303" y="2881236"/>
            <a:ext cx="1038370" cy="109552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96A782C-1E20-3BA6-5931-C56D4085D8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0752" y="3021564"/>
            <a:ext cx="1038370" cy="109552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59E131-C7DD-76A8-9522-212D39738AB2}"/>
              </a:ext>
            </a:extLst>
          </p:cNvPr>
          <p:cNvSpPr txBox="1"/>
          <p:nvPr/>
        </p:nvSpPr>
        <p:spPr>
          <a:xfrm>
            <a:off x="6535818" y="384253"/>
            <a:ext cx="4639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单链</a:t>
            </a:r>
            <a:r>
              <a:rPr lang="en-US" altLang="zh-CN" dirty="0" err="1"/>
              <a:t>gro</a:t>
            </a:r>
            <a:r>
              <a:rPr lang="zh-CN" altLang="en-US" dirty="0"/>
              <a:t>文件，</a:t>
            </a:r>
            <a:endParaRPr lang="en-US" altLang="zh-CN" dirty="0"/>
          </a:p>
          <a:p>
            <a:pPr algn="ctr"/>
            <a:r>
              <a:rPr lang="zh-CN" altLang="en-US" dirty="0"/>
              <a:t>原子位置与原始</a:t>
            </a:r>
            <a:r>
              <a:rPr lang="en-US" altLang="zh-CN" dirty="0" err="1"/>
              <a:t>gro</a:t>
            </a:r>
            <a:r>
              <a:rPr lang="zh-CN" altLang="en-US" dirty="0"/>
              <a:t>文件被高亮的原子一致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0491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56F2A-EF4A-5932-D5D7-0B84D4AA0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82" y="915124"/>
            <a:ext cx="5643618" cy="52140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3D849E-D1A7-FE89-B555-7B7975E337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6245"/>
          <a:stretch/>
        </p:blipFill>
        <p:spPr>
          <a:xfrm>
            <a:off x="6454418" y="2661719"/>
            <a:ext cx="5399182" cy="34674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55B19C-B429-0A2F-A451-3FB21CC21E92}"/>
              </a:ext>
            </a:extLst>
          </p:cNvPr>
          <p:cNvSpPr txBox="1"/>
          <p:nvPr/>
        </p:nvSpPr>
        <p:spPr>
          <a:xfrm>
            <a:off x="1946494" y="6228741"/>
            <a:ext cx="3168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修正前可以看到异常的</a:t>
            </a:r>
            <a:r>
              <a:rPr lang="en-US" altLang="zh-CN" dirty="0"/>
              <a:t>H-H</a:t>
            </a:r>
            <a:r>
              <a:rPr lang="zh-CN" altLang="en-US" dirty="0"/>
              <a:t>键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303931-1843-91D1-9EBF-8EC22A9D921B}"/>
              </a:ext>
            </a:extLst>
          </p:cNvPr>
          <p:cNvSpPr txBox="1"/>
          <p:nvPr/>
        </p:nvSpPr>
        <p:spPr>
          <a:xfrm>
            <a:off x="7503813" y="6228741"/>
            <a:ext cx="3168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修正后，</a:t>
            </a:r>
            <a:r>
              <a:rPr lang="en-US" altLang="zh-CN" dirty="0"/>
              <a:t>H-H</a:t>
            </a:r>
            <a:r>
              <a:rPr lang="zh-CN" altLang="en-US" dirty="0"/>
              <a:t>键被删除</a:t>
            </a:r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08BE83-1D6C-D7F5-7AA1-C36E1AB9F8F1}"/>
              </a:ext>
            </a:extLst>
          </p:cNvPr>
          <p:cNvSpPr/>
          <p:nvPr/>
        </p:nvSpPr>
        <p:spPr>
          <a:xfrm rot="449838">
            <a:off x="531007" y="4128379"/>
            <a:ext cx="398353" cy="1231271"/>
          </a:xfrm>
          <a:prstGeom prst="ellipse">
            <a:avLst/>
          </a:prstGeom>
          <a:solidFill>
            <a:schemeClr val="accent1">
              <a:alpha val="2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B56643-8D85-3E38-A93C-E1E465D8AA14}"/>
              </a:ext>
            </a:extLst>
          </p:cNvPr>
          <p:cNvCxnSpPr>
            <a:cxnSpLocks/>
          </p:cNvCxnSpPr>
          <p:nvPr/>
        </p:nvCxnSpPr>
        <p:spPr>
          <a:xfrm flipH="1" flipV="1">
            <a:off x="730183" y="5380376"/>
            <a:ext cx="129896" cy="562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86BE20EA-4ED4-5C3E-BF5A-EB6769136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3572" y="2094902"/>
            <a:ext cx="1076475" cy="113363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94A23BC3-E663-C15E-EAC8-E416F7272B43}"/>
              </a:ext>
            </a:extLst>
          </p:cNvPr>
          <p:cNvSpPr/>
          <p:nvPr/>
        </p:nvSpPr>
        <p:spPr>
          <a:xfrm rot="256300">
            <a:off x="6419104" y="4215571"/>
            <a:ext cx="398353" cy="1231271"/>
          </a:xfrm>
          <a:prstGeom prst="ellipse">
            <a:avLst/>
          </a:prstGeom>
          <a:solidFill>
            <a:schemeClr val="accent1">
              <a:alpha val="2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7DA7E79-F5F2-7437-8DB0-A6F51CF0B481}"/>
              </a:ext>
            </a:extLst>
          </p:cNvPr>
          <p:cNvCxnSpPr>
            <a:cxnSpLocks/>
          </p:cNvCxnSpPr>
          <p:nvPr/>
        </p:nvCxnSpPr>
        <p:spPr>
          <a:xfrm flipH="1" flipV="1">
            <a:off x="6618280" y="5486283"/>
            <a:ext cx="129896" cy="562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0674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B9C96C-B605-8B17-E6AA-1EE2E5F0C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944" y="2271551"/>
            <a:ext cx="3658111" cy="2314898"/>
          </a:xfrm>
          <a:prstGeom prst="rect">
            <a:avLst/>
          </a:prstGeom>
        </p:spPr>
      </p:pic>
      <p:sp>
        <p:nvSpPr>
          <p:cNvPr id="6" name="Left Bracket 5">
            <a:extLst>
              <a:ext uri="{FF2B5EF4-FFF2-40B4-BE49-F238E27FC236}">
                <a16:creationId xmlns:a16="http://schemas.microsoft.com/office/drawing/2014/main" id="{5BC0794A-3977-EE7D-42EC-3448B3972869}"/>
              </a:ext>
            </a:extLst>
          </p:cNvPr>
          <p:cNvSpPr/>
          <p:nvPr/>
        </p:nvSpPr>
        <p:spPr>
          <a:xfrm>
            <a:off x="4662536" y="2516863"/>
            <a:ext cx="144854" cy="1964602"/>
          </a:xfrm>
          <a:prstGeom prst="leftBracket">
            <a:avLst>
              <a:gd name="adj" fmla="val 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5C56969D-B29E-6A50-4EFA-309A30768CAA}"/>
              </a:ext>
            </a:extLst>
          </p:cNvPr>
          <p:cNvSpPr/>
          <p:nvPr/>
        </p:nvSpPr>
        <p:spPr>
          <a:xfrm flipH="1">
            <a:off x="7239758" y="2516863"/>
            <a:ext cx="144854" cy="1964602"/>
          </a:xfrm>
          <a:prstGeom prst="leftBracket">
            <a:avLst>
              <a:gd name="adj" fmla="val 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16322-7B6A-AECB-E957-ADEA8F7C428B}"/>
              </a:ext>
            </a:extLst>
          </p:cNvPr>
          <p:cNvSpPr txBox="1"/>
          <p:nvPr/>
        </p:nvSpPr>
        <p:spPr>
          <a:xfrm>
            <a:off x="7384355" y="4309450"/>
            <a:ext cx="244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122D9D84-3EFE-9715-4982-33E6B7BE36E5}"/>
              </a:ext>
            </a:extLst>
          </p:cNvPr>
          <p:cNvSpPr/>
          <p:nvPr/>
        </p:nvSpPr>
        <p:spPr>
          <a:xfrm rot="5400000">
            <a:off x="5282444" y="4049314"/>
            <a:ext cx="244444" cy="101449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342494-4ABA-C728-1CD4-5010467FC67C}"/>
              </a:ext>
            </a:extLst>
          </p:cNvPr>
          <p:cNvSpPr txBox="1"/>
          <p:nvPr/>
        </p:nvSpPr>
        <p:spPr>
          <a:xfrm>
            <a:off x="5042527" y="4678782"/>
            <a:ext cx="724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CLSA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C34B3D23-33C6-0037-18D1-0BE3746B186E}"/>
              </a:ext>
            </a:extLst>
          </p:cNvPr>
          <p:cNvSpPr/>
          <p:nvPr/>
        </p:nvSpPr>
        <p:spPr>
          <a:xfrm rot="5400000">
            <a:off x="6642912" y="4099041"/>
            <a:ext cx="244444" cy="94219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B3AC36-D77E-B021-D551-D48E259CF397}"/>
              </a:ext>
            </a:extLst>
          </p:cNvPr>
          <p:cNvSpPr txBox="1"/>
          <p:nvPr/>
        </p:nvSpPr>
        <p:spPr>
          <a:xfrm>
            <a:off x="6425198" y="4692361"/>
            <a:ext cx="724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CLSB</a:t>
            </a:r>
          </a:p>
        </p:txBody>
      </p:sp>
    </p:spTree>
    <p:extLst>
      <p:ext uri="{BB962C8B-B14F-4D97-AF65-F5344CB8AC3E}">
        <p14:creationId xmlns:p14="http://schemas.microsoft.com/office/powerpoint/2010/main" val="4199174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66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Jasmine Feng</dc:creator>
  <cp:lastModifiedBy>Jasmine Feng</cp:lastModifiedBy>
  <cp:revision>4</cp:revision>
  <dcterms:created xsi:type="dcterms:W3CDTF">2026-04-27T09:11:09Z</dcterms:created>
  <dcterms:modified xsi:type="dcterms:W3CDTF">2026-04-28T04:13:51Z</dcterms:modified>
</cp:coreProperties>
</file>